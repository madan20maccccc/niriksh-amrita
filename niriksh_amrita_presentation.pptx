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 i="0">
                <a:solidFill>
                  <a:srgbClr val="DB2777"/>
                </a:solidFill>
                <a:latin typeface="Segoe UI"/>
              </a:defRPr>
            </a:pPr>
            <a:r>
              <a:t>NirikshAmrita</a:t>
            </a:r>
          </a:p>
          <a:p>
            <a:pPr>
              <a:spcAft>
                <a:spcPts val="800"/>
              </a:spcAft>
              <a:defRPr sz="2800" b="1" i="0">
                <a:solidFill>
                  <a:srgbClr val="F3F4F6"/>
                </a:solidFill>
                <a:latin typeface="Segoe UI"/>
              </a:defRPr>
            </a:pPr>
            <a:r>
              <a:t>AI Shift Safety &amp; Early Warning System</a:t>
            </a:r>
          </a:p>
          <a:p>
            <a:pPr>
              <a:spcAft>
                <a:spcPts val="800"/>
              </a:spcAft>
              <a:defRPr sz="1800" b="0" i="1">
                <a:solidFill>
                  <a:srgbClr val="6B7280"/>
                </a:solidFill>
                <a:latin typeface="Segoe UI"/>
              </a:defRPr>
            </a:pPr>
            <a:r>
              <a:t>Intelligent Ward Surveillance and Automated Escalation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 i="0">
                <a:solidFill>
                  <a:srgbClr val="DB2777"/>
                </a:solidFill>
                <a:latin typeface="Segoe UI"/>
              </a:defRPr>
            </a:pPr>
            <a:r>
              <a:t>Presented by Team NurseWatch-AI: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F3F4F6"/>
                </a:solidFill>
                <a:latin typeface="Segoe UI"/>
              </a:defRPr>
            </a:pPr>
            <a:r>
              <a:t>• Madan.M (Project Lead)  • Anna Clara Mathew  • K.L.C Aditya</a:t>
            </a:r>
          </a:p>
          <a:p>
            <a:pPr>
              <a:spcAft>
                <a:spcPts val="800"/>
              </a:spcAft>
              <a:defRPr sz="1200" b="0" i="0">
                <a:solidFill>
                  <a:srgbClr val="6B7280"/>
                </a:solidFill>
                <a:latin typeface="Segoe UI"/>
              </a:defRPr>
            </a:pPr>
            <a:r>
              <a:t>School of AI,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 i="0">
                <a:solidFill>
                  <a:srgbClr val="DB2777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 i="0">
                <a:solidFill>
                  <a:srgbClr val="7C3AED"/>
                </a:solidFill>
                <a:latin typeface="Segoe UI"/>
              </a:defRPr>
            </a:pPr>
            <a:r>
              <a:t>What is NirikshAmrita?</a:t>
            </a:r>
          </a:p>
          <a:p>
            <a:pPr>
              <a:spcAft>
                <a:spcPts val="800"/>
              </a:spcAft>
              <a:defRPr sz="1500" b="0" i="0">
                <a:solidFill>
                  <a:srgbClr val="1F2937"/>
                </a:solidFill>
                <a:latin typeface="Segoe UI"/>
              </a:defRPr>
            </a:pPr>
            <a:r>
              <a:t>NirikshAmrita is an agentic AI-driven hospital ward surveillance system built to monitor patient telemetry in real-time, predict medical deterioration using standard protocols, and streamline clinical workflows.</a:t>
            </a:r>
          </a:p>
          <a:p>
            <a:br/>
            <a:pPr>
              <a:spcAft>
                <a:spcPts val="800"/>
              </a:spcAft>
              <a:defRPr sz="2000" b="1" i="0">
                <a:solidFill>
                  <a:srgbClr val="7C3AED"/>
                </a:solidFill>
                <a:latin typeface="Segoe UI"/>
              </a:defRPr>
            </a:pPr>
            <a:r>
              <a:t>Core Project Objectives: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Dynamic NEWS2 Scoring: Auto-calculates early warning scores instantly from vitals data.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Prevent Alarm Fatigue: Intelligently routes and escalates alerts only when action is missed.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Nurse Workload Reduction: Automatically compiles shift handover summaries (SBAR reports).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HIPAA Compliance: Anonymizes presentation telemetry and restricts private data behind authorization.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 i="0">
                <a:solidFill>
                  <a:srgbClr val="DB2777"/>
                </a:solidFill>
                <a:latin typeface="Segoe UI"/>
              </a:defRPr>
            </a:pPr>
            <a:r>
              <a:t>The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 i="0">
                <a:solidFill>
                  <a:srgbClr val="7C3AED"/>
                </a:solidFill>
                <a:latin typeface="Segoe UI"/>
              </a:defRPr>
            </a:pPr>
            <a:r>
              <a:t>Frontend (Client Workspace)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React 19 &amp; TypeScript: Modern component model.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TanStack Start &amp; Nitro: Server-side rendering (SSR) for instant layout hydration.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Recharts: Renders hemodynamic, metabolic, thermal, and respiratory trends interactively.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TailwindCSS: Premium custom color theme aligned with AIMS styling.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 i="0">
                <a:solidFill>
                  <a:srgbClr val="7C3AED"/>
                </a:solidFill>
                <a:latin typeface="Segoe UI"/>
              </a:defRPr>
            </a:pPr>
            <a:r>
              <a:t>Backend &amp; AI Layer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FastAPI (Python): Async backend servicing REST routes and WebSocket live broadcasts.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SQLite &amp; SQLAlchemy ORM: Embedded relational database for storage.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Gemini API &amp; RAG Agent: Powers the clinical chatbot and auto-generates SBAR summaries.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• Docker &amp; Hugging Face: Deployed as a single container running both frontend and backend on port 7860.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 i="0">
                <a:solidFill>
                  <a:srgbClr val="DB2777"/>
                </a:solidFill>
                <a:latin typeface="Segoe UI"/>
              </a:defRPr>
            </a:pPr>
            <a:r>
              <a:t>Platform 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 i="0">
                <a:solidFill>
                  <a:srgbClr val="DB2777"/>
                </a:solidFill>
                <a:latin typeface="Segoe UI"/>
              </a:defRPr>
            </a:pPr>
            <a:r>
              <a:t>1. Bedside Rounds Entry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Nurse inputs Systolic BP, HR, SpO2, and Temp. Shift is automatically detected based on system clock.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DB2777"/>
                </a:solidFill>
                <a:latin typeface="Segoe UI"/>
              </a:defRPr>
            </a:pPr>
            <a:r>
              <a:t>2. Asynchronous Multi-Agent Assessment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Validation Agent sanitizes inputs → EWS Agent calculates NEWS2 → Trend Agent runs regression predictions.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DB2777"/>
                </a:solidFill>
                <a:latin typeface="Segoe UI"/>
              </a:defRPr>
            </a:pPr>
            <a:r>
              <a:t>3. Broadcast &amp; Safety Net Escalation</a:t>
            </a:r>
          </a:p>
          <a:p>
            <a:pPr>
              <a:spcAft>
                <a:spcPts val="800"/>
              </a:spcAft>
              <a:defRPr sz="1400" b="0" i="0">
                <a:solidFill>
                  <a:srgbClr val="1F2937"/>
                </a:solidFill>
                <a:latin typeface="Segoe UI"/>
              </a:defRPr>
            </a:pPr>
            <a:r>
              <a:t>Vitals score updates all ward boards instantly. If high risk, a 4-tier cascade begins:</a:t>
            </a:r>
            <a:br/>
            <a:r>
              <a:t>   [Level 1: Nurse Alert] → [Level 2: Supervisor Alert] → [Level 3: Doctor Page] → [Level 4: Closure Check]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 i="0">
                <a:solidFill>
                  <a:srgbClr val="DB2777"/>
                </a:solidFill>
                <a:latin typeface="Segoe UI"/>
              </a:defRPr>
            </a:pPr>
            <a:r>
              <a:t>Key Implemented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✔ Dynamic Patient Registry &amp; Nurse Shift Rostering</a:t>
            </a:r>
          </a:p>
          <a:p>
            <a:pPr>
              <a:spcAft>
                <a:spcPts val="800"/>
              </a:spcAft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✔ Interactive Vital charts across 4 physiological domains</a:t>
            </a:r>
          </a:p>
          <a:p>
            <a:pPr>
              <a:spcAft>
                <a:spcPts val="800"/>
              </a:spcAft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✔ Live Audio Alarms &amp; WebSocket status synchronization</a:t>
            </a:r>
          </a:p>
          <a:p>
            <a:pPr>
              <a:spcAft>
                <a:spcPts val="800"/>
              </a:spcAft>
              <a:defRPr sz="1600" b="1" i="0">
                <a:solidFill>
                  <a:srgbClr val="DB2777"/>
                </a:solidFill>
                <a:latin typeface="Segoe UI"/>
              </a:defRPr>
            </a:pPr>
            <a:r>
              <a:t>✔ Multilingual SBAR Handover: Real-time translation to Malayalam and Telugu</a:t>
            </a:r>
          </a:p>
          <a:p>
            <a:pPr>
              <a:spcAft>
                <a:spcPts val="800"/>
              </a:spcAft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✔ RAG-Based Clinical Chatbot: Talk to the patient's record to get instant trend explanations</a:t>
            </a:r>
          </a:p>
          <a:p>
            <a:pPr>
              <a:spcAft>
                <a:spcPts val="800"/>
              </a:spcAft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✔ Safe Seeding &amp; Containerized Start Scripts: Ready-to-go deployment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 i="0">
                <a:solidFill>
                  <a:srgbClr val="DB2777"/>
                </a:solidFill>
                <a:latin typeface="Segoe UI"/>
              </a:defRPr>
            </a:pPr>
            <a:r>
              <a:t>Future 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 i="0">
                <a:solidFill>
                  <a:srgbClr val="DB2777"/>
                </a:solidFill>
                <a:latin typeface="Segoe UI"/>
              </a:defRPr>
            </a:pPr>
            <a:r>
              <a:t>Phase 1: Physical IoT Integrations</a:t>
            </a:r>
          </a:p>
          <a:p>
            <a:pPr>
              <a:spcAft>
                <a:spcPts val="800"/>
              </a:spcAft>
              <a:defRPr sz="1400" b="0" i="0">
                <a:solidFill>
                  <a:srgbClr val="F3F4F6"/>
                </a:solidFill>
                <a:latin typeface="Segoe UI"/>
              </a:defRPr>
            </a:pPr>
            <a:r>
              <a:t>Incorporate Bluetooth / Wi-Fi based pulse oximeters and blood pressure cuffs to eliminate manual entry errors entirely.</a:t>
            </a:r>
          </a:p>
          <a:p>
            <a:pPr>
              <a:spcAft>
                <a:spcPts val="800"/>
              </a:spcAft>
              <a:defRPr sz="2000" b="1" i="0">
                <a:solidFill>
                  <a:srgbClr val="DB2777"/>
                </a:solidFill>
                <a:latin typeface="Segoe UI"/>
              </a:defRPr>
            </a:pPr>
            <a:r>
              <a:t>Phase 2: Medical LLM Fine-Tuning</a:t>
            </a:r>
          </a:p>
          <a:p>
            <a:pPr>
              <a:spcAft>
                <a:spcPts val="800"/>
              </a:spcAft>
              <a:defRPr sz="1400" b="0" i="0">
                <a:solidFill>
                  <a:srgbClr val="F3F4F6"/>
                </a:solidFill>
                <a:latin typeface="Segoe UI"/>
              </a:defRPr>
            </a:pPr>
            <a:r>
              <a:t>Adapt fine-tuned medical models on local servers to provide automated guideline suggestions (e.g. sepsis protocols) immediately after a high NEWS2 triggers.</a:t>
            </a:r>
          </a:p>
          <a:p>
            <a:pPr>
              <a:spcAft>
                <a:spcPts val="800"/>
              </a:spcAft>
              <a:defRPr sz="2000" b="1" i="0">
                <a:solidFill>
                  <a:srgbClr val="DB2777"/>
                </a:solidFill>
                <a:latin typeface="Segoe UI"/>
              </a:defRPr>
            </a:pPr>
            <a:r>
              <a:t>Phase 3: Administrative Predictive Analytics</a:t>
            </a:r>
          </a:p>
          <a:p>
            <a:pPr>
              <a:spcAft>
                <a:spcPts val="800"/>
              </a:spcAft>
              <a:defRPr sz="1400" b="0" i="0">
                <a:solidFill>
                  <a:srgbClr val="F3F4F6"/>
                </a:solidFill>
                <a:latin typeface="Segoe UI"/>
              </a:defRPr>
            </a:pPr>
            <a:r>
              <a:t>Develop ML models to forecast ICU bed availability, hospital stay durations, and patient readmission probabilities.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